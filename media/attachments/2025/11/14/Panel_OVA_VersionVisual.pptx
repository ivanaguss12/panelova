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Panel OVA — Propuesta visual y funcional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Sistema local con QR, panel interno, calendario y estadísticas en tiempo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Formulario QR — Carga del Paciente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sz="1800" dirty="0"/>
              <a:t>• </a:t>
            </a:r>
            <a:r>
              <a:rPr sz="1800" dirty="0" err="1"/>
              <a:t>Nombre</a:t>
            </a:r>
            <a:r>
              <a:rPr sz="1800" dirty="0"/>
              <a:t> y </a:t>
            </a:r>
            <a:r>
              <a:rPr sz="1800" dirty="0" err="1"/>
              <a:t>Apellido</a:t>
            </a:r>
            <a:r>
              <a:rPr sz="1800" dirty="0"/>
              <a:t>, DNI, </a:t>
            </a:r>
            <a:r>
              <a:rPr sz="1800" dirty="0" err="1"/>
              <a:t>Celular</a:t>
            </a:r>
            <a:r>
              <a:rPr sz="1800" dirty="0"/>
              <a:t>, Email, </a:t>
            </a:r>
            <a:r>
              <a:rPr sz="1800" dirty="0" err="1"/>
              <a:t>Cobertura</a:t>
            </a:r>
            <a:r>
              <a:rPr sz="1800" dirty="0"/>
              <a:t>, </a:t>
            </a:r>
            <a:r>
              <a:rPr sz="1800" dirty="0" err="1"/>
              <a:t>Médico</a:t>
            </a:r>
            <a:r>
              <a:rPr sz="1800" dirty="0"/>
              <a:t> </a:t>
            </a:r>
            <a:r>
              <a:rPr sz="1800" dirty="0" err="1"/>
              <a:t>tratante</a:t>
            </a:r>
            <a:r>
              <a:rPr sz="1800" dirty="0"/>
              <a:t>, </a:t>
            </a:r>
            <a:r>
              <a:rPr sz="1800" dirty="0" err="1"/>
              <a:t>Servicio</a:t>
            </a:r>
            <a:r>
              <a:rPr sz="1800" dirty="0"/>
              <a:t>, </a:t>
            </a:r>
            <a:r>
              <a:rPr sz="1800" dirty="0" err="1"/>
              <a:t>Fecha</a:t>
            </a:r>
            <a:r>
              <a:rPr sz="1800" dirty="0"/>
              <a:t> probable de </a:t>
            </a:r>
            <a:r>
              <a:rPr sz="1800" dirty="0" err="1"/>
              <a:t>intervención</a:t>
            </a:r>
            <a:r>
              <a:rPr sz="1800" dirty="0"/>
              <a:t>.</a:t>
            </a:r>
          </a:p>
          <a:p>
            <a:r>
              <a:rPr sz="1800" dirty="0"/>
              <a:t>• </a:t>
            </a:r>
            <a:r>
              <a:rPr sz="1800" dirty="0" err="1"/>
              <a:t>Adjuntos</a:t>
            </a:r>
            <a:r>
              <a:rPr sz="1800" dirty="0"/>
              <a:t>: </a:t>
            </a:r>
            <a:r>
              <a:rPr sz="1800" dirty="0" err="1"/>
              <a:t>credencial</a:t>
            </a:r>
            <a:r>
              <a:rPr sz="1800" dirty="0"/>
              <a:t>, DNI, </a:t>
            </a:r>
            <a:r>
              <a:rPr sz="1800" dirty="0" err="1"/>
              <a:t>orden</a:t>
            </a:r>
            <a:r>
              <a:rPr sz="1800" dirty="0"/>
              <a:t> de </a:t>
            </a:r>
            <a:r>
              <a:rPr sz="1800" dirty="0" err="1"/>
              <a:t>intervención</a:t>
            </a:r>
            <a:r>
              <a:rPr sz="1800" dirty="0"/>
              <a:t>, </a:t>
            </a:r>
            <a:r>
              <a:rPr sz="1800" dirty="0" err="1"/>
              <a:t>materiales</a:t>
            </a:r>
            <a:r>
              <a:rPr sz="1800" dirty="0"/>
              <a:t>, </a:t>
            </a:r>
            <a:r>
              <a:rPr sz="1800" dirty="0" err="1"/>
              <a:t>estudios</a:t>
            </a:r>
            <a:r>
              <a:rPr sz="1800" dirty="0"/>
              <a:t>/HC (PDF o imagen).</a:t>
            </a:r>
          </a:p>
          <a:p>
            <a:r>
              <a:rPr sz="1800" dirty="0"/>
              <a:t>• Panel para </a:t>
            </a:r>
            <a:r>
              <a:rPr sz="1800" dirty="0" err="1"/>
              <a:t>observaciones</a:t>
            </a:r>
            <a:r>
              <a:rPr sz="1800" dirty="0"/>
              <a:t> y </a:t>
            </a:r>
            <a:r>
              <a:rPr sz="1800" dirty="0" err="1"/>
              <a:t>validación</a:t>
            </a:r>
            <a:r>
              <a:rPr sz="1800" dirty="0"/>
              <a:t> de </a:t>
            </a:r>
            <a:r>
              <a:rPr sz="1800" dirty="0" err="1"/>
              <a:t>archivos</a:t>
            </a:r>
            <a:r>
              <a:rPr sz="1800" dirty="0"/>
              <a:t>.</a:t>
            </a:r>
          </a:p>
          <a:p>
            <a:r>
              <a:rPr sz="1800" dirty="0"/>
              <a:t>• </a:t>
            </a:r>
            <a:r>
              <a:rPr sz="1800" dirty="0" err="1"/>
              <a:t>Mensaje</a:t>
            </a:r>
            <a:r>
              <a:rPr sz="1800" dirty="0"/>
              <a:t> </a:t>
            </a:r>
            <a:r>
              <a:rPr sz="1800" dirty="0" err="1"/>
              <a:t>automático</a:t>
            </a:r>
            <a:r>
              <a:rPr sz="1800" dirty="0"/>
              <a:t> de </a:t>
            </a:r>
            <a:r>
              <a:rPr sz="1800" dirty="0" err="1"/>
              <a:t>envío</a:t>
            </a:r>
            <a:r>
              <a:rPr sz="1800" dirty="0"/>
              <a:t> </a:t>
            </a:r>
            <a:r>
              <a:rPr sz="1800" dirty="0" err="1"/>
              <a:t>correcto</a:t>
            </a:r>
            <a:r>
              <a:rPr sz="1800" dirty="0"/>
              <a:t> + ID de </a:t>
            </a:r>
            <a:r>
              <a:rPr sz="1800" dirty="0" err="1"/>
              <a:t>seguimiento</a:t>
            </a:r>
            <a:r>
              <a:rPr sz="18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general del sistema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8229600" cy="1097280"/>
          </a:xfrm>
          <a:prstGeom prst="roundRect">
            <a:avLst/>
          </a:prstGeom>
          <a:solidFill>
            <a:srgbClr val="007A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QR → Base de datos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Carga inicial del paciente y archivos (PostgreSQL cifrado).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8229600" cy="1097280"/>
          </a:xfrm>
          <a:prstGeom prst="roundRect">
            <a:avLst/>
          </a:prstGeom>
          <a:solidFill>
            <a:srgbClr val="00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Login / Roles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Acceso según usuario: administración, sector o solo lectura.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931920"/>
            <a:ext cx="8229600" cy="1097280"/>
          </a:xfrm>
          <a:prstGeom prst="roundRect">
            <a:avLst/>
          </a:prstGeom>
          <a:solidFill>
            <a:srgbClr val="FF99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Panel principal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Acceso a módulos de Servicio, Calendario y Estadísticas.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12079"/>
            <a:ext cx="8229600" cy="1097280"/>
          </a:xfrm>
          <a:prstGeom prst="roundRect">
            <a:avLst/>
          </a:prstGeom>
          <a:solidFill>
            <a:srgbClr val="FF33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Servicio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Listado de pacientes, filtros avanzados, estados, observaciones.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492240"/>
            <a:ext cx="8229600" cy="1097280"/>
          </a:xfrm>
          <a:prstGeom prst="roundRect">
            <a:avLst/>
          </a:prstGeom>
          <a:solidFill>
            <a:srgbClr val="66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Estadísticas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Panel tipo Power BI con datos en tiempo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 Servicio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8229600" cy="1097280"/>
          </a:xfrm>
          <a:prstGeom prst="roundRect">
            <a:avLst/>
          </a:prstGeom>
          <a:solidFill>
            <a:srgbClr val="007A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Listado de pacientes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Datos completos, filtros por estado, cobertura, fechas y médico.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8229600" cy="1097280"/>
          </a:xfrm>
          <a:prstGeom prst="roundRect">
            <a:avLst/>
          </a:prstGeom>
          <a:solidFill>
            <a:srgbClr val="00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Subcarpetas individuales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Vista previa integrada + descarga de archivos del paciente.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931920"/>
            <a:ext cx="8229600" cy="1097280"/>
          </a:xfrm>
          <a:prstGeom prst="roundRect">
            <a:avLst/>
          </a:prstGeom>
          <a:solidFill>
            <a:srgbClr val="FF99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Gestión de estados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Pendiente / Solicitado / Autorizado / Material pendiente / Rechazo / Reprogramado.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12079"/>
            <a:ext cx="8229600" cy="1097280"/>
          </a:xfrm>
          <a:prstGeom prst="roundRect">
            <a:avLst/>
          </a:prstGeom>
          <a:solidFill>
            <a:srgbClr val="FF33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Reprogramaciones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Modificar fecha de cirugía y registrar motivo.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492240"/>
            <a:ext cx="8229600" cy="1097280"/>
          </a:xfrm>
          <a:prstGeom prst="roundRect">
            <a:avLst/>
          </a:prstGeom>
          <a:solidFill>
            <a:srgbClr val="66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Observaciones internas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Comentarios del área de autorizaciones o servicio.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Calendario y Estadísticas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8229600" cy="1097280"/>
          </a:xfrm>
          <a:prstGeom prst="roundRect">
            <a:avLst/>
          </a:prstGeom>
          <a:solidFill>
            <a:srgbClr val="007A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Calendario interactivo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Tipo Google Calendar con colores por especialidad y pop-up con datos.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8229600" cy="1097280"/>
          </a:xfrm>
          <a:prstGeom prst="roundRect">
            <a:avLst/>
          </a:prstGeom>
          <a:solidFill>
            <a:srgbClr val="00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Gestión de citas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Mover eventos para reprogramar; actualización automática en BD.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931920"/>
            <a:ext cx="8229600" cy="1097280"/>
          </a:xfrm>
          <a:prstGeom prst="roundRect">
            <a:avLst/>
          </a:prstGeom>
          <a:solidFill>
            <a:srgbClr val="FF99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Estadísticas Power BI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Datos filtrables por servicio, cobertura, tiempo de respuesta, etc.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12079"/>
            <a:ext cx="8229600" cy="1097280"/>
          </a:xfrm>
          <a:prstGeom prst="roundRect">
            <a:avLst/>
          </a:prstGeom>
          <a:solidFill>
            <a:srgbClr val="FF33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Exportación de datos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Generación de reportes PDF/Excel.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 y despliegue local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8229600" cy="1097280"/>
          </a:xfrm>
          <a:prstGeom prst="roundRect">
            <a:avLst/>
          </a:prstGeom>
          <a:solidFill>
            <a:srgbClr val="007A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Cifrado completo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DB cifrada, rutas de archivos protegidas, acceso por roles.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8229600" cy="1097280"/>
          </a:xfrm>
          <a:prstGeom prst="roundRect">
            <a:avLst/>
          </a:prstGeom>
          <a:solidFill>
            <a:srgbClr val="00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Ejecución LAN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HTTPS interno, firewall de empresa, conexión segura por 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931920"/>
            <a:ext cx="8229600" cy="1097280"/>
          </a:xfrm>
          <a:prstGeom prst="roundRect">
            <a:avLst/>
          </a:prstGeom>
          <a:solidFill>
            <a:srgbClr val="FF99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Tecnologías sugeridas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Django + PostgreSQL + Docker + FullCalendar + Charts.js.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12079"/>
            <a:ext cx="8229600" cy="1097280"/>
          </a:xfrm>
          <a:prstGeom prst="roundRect">
            <a:avLst/>
          </a:prstGeom>
          <a:solidFill>
            <a:srgbClr val="FF33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FFFFFF"/>
                </a:solidFill>
              </a:rPr>
              <a:t>Backups y logs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Registro de accesos, auditoría, restauración y eliminación segura.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340</Words>
  <Application>Microsoft Office PowerPoint</Application>
  <PresentationFormat>Presentación en pantalla (4:3)</PresentationFormat>
  <Paragraphs>48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Panel OVA — Propuesta visual y funcional</vt:lpstr>
      <vt:lpstr>Formulario QR — Carga del Paciente</vt:lpstr>
      <vt:lpstr>Estructura general del sistema</vt:lpstr>
      <vt:lpstr>Módulo Servicio</vt:lpstr>
      <vt:lpstr>Calendario y Estadísticas</vt:lpstr>
      <vt:lpstr>Seguridad y despliegue local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Panel OVA — Propuesta visual y funcional</dc:title>
  <dc:subject/>
  <dc:creator/>
  <cp:keywords/>
  <dc:description>generated using python-pptx</dc:description>
  <cp:lastModifiedBy>ivanagus</cp:lastModifiedBy>
  <cp:revision>1</cp:revision>
  <dcterms:created xsi:type="dcterms:W3CDTF">2013-01-27T09:14:16Z</dcterms:created>
  <dcterms:modified xsi:type="dcterms:W3CDTF">2025-11-12T00:10:46Z</dcterms:modified>
  <cp:category/>
</cp:coreProperties>
</file>